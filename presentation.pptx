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Single Image Dehazing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Transformer-Based Deep Learning &amp; Image Quality Assessment</a:t>
            </a:r>
          </a:p>
          <a:p>
            <a:r>
              <a:t>Final Year Computer Vision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Restore clear visual radiance from hazy, foggy, and smoky images.</a:t>
            </a:r>
          </a:p>
          <a:p>
            <a:r>
              <a:t>• Implement DehazeFormer, AOD-Net, and Dark Channel Prior.</a:t>
            </a:r>
          </a:p>
          <a:p>
            <a:r>
              <a:t>• Provide 10 quantitative IQA metric evaluations in an interactive Streamlit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Atmospheric Scattering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Atmospheric Model: I(x) = J(x)*t(x) + A*(1 - t(x))</a:t>
            </a:r>
          </a:p>
          <a:p>
            <a:r>
              <a:t>• I(x): Observed hazy image</a:t>
            </a:r>
          </a:p>
          <a:p>
            <a:r>
              <a:t>• J(x): True scene radiance</a:t>
            </a:r>
          </a:p>
          <a:p>
            <a:r>
              <a:t>• t(x): Medium transmission map</a:t>
            </a:r>
          </a:p>
          <a:p>
            <a:r>
              <a:t>• A: Atmospheric light vector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DehazeFormer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State-of-the-Art Vision Transformer architecture.</a:t>
            </a:r>
          </a:p>
          <a:p>
            <a:r>
              <a:t>• Window Multi-Head Self-Attention (W-MSA) with relative positional bias.</a:t>
            </a:r>
          </a:p>
          <a:p>
            <a:r>
              <a:t>• Skip-connection feature fusion and residual image reconstruction.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AOD-Net &amp; DCP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AOD-Net: Lightweight CNN reformulating K-parameter estimation.</a:t>
            </a:r>
          </a:p>
          <a:p>
            <a:r>
              <a:t>• Dark Channel Prior: Classical min-filter heuristic baseline with Guided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Modular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config.py &amp; utils.py: Central paths and image conversion helpers.</a:t>
            </a:r>
          </a:p>
          <a:p>
            <a:r>
              <a:t>• models/loader.py: Dynamic Model Factory.</a:t>
            </a:r>
          </a:p>
          <a:p>
            <a:r>
              <a:t>• inference.py &amp; metrics.py: Inference telemetry &amp; IQA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Quality Assessment (IQA)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PSNR &amp; SSIM: Reconstruction accuracy &amp; structural similarity.</a:t>
            </a:r>
          </a:p>
          <a:p>
            <a:r>
              <a:t>• MSE, Brightness, RMS Contrast, Laplacian Sharpness, Shannon Entropy.</a:t>
            </a:r>
          </a:p>
          <a:p>
            <a:r>
              <a:t>• Composite Visibility &amp; Haze Density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Evaluation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DehazeFormer: 31.2 dB PSNR, 0.942 SSIM.</a:t>
            </a:r>
          </a:p>
          <a:p>
            <a:r>
              <a:t>• AOD-Net: 26.8 dB PSNR, 0.875 SSIM (20+ FPS).</a:t>
            </a:r>
          </a:p>
          <a:p>
            <a:r>
              <a:t>• Dark Channel Prior: 24.5 dB PSNR, 0.820 SSIM.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 Driving &amp; Vision Sensors.</a:t>
            </a:r>
          </a:p>
          <a:p>
            <a:r>
              <a:t>• Traffic Surveillance &amp; License Plate Recovery.</a:t>
            </a:r>
          </a:p>
          <a:p>
            <a:r>
              <a:t>• Satellite Imaging &amp; Drone Optical Navigation.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 modular codebase, unit test suite, and Streamlit web dashboard.</a:t>
            </a:r>
          </a:p>
          <a:p>
            <a:r>
              <a:t>• Automated document reports (.docx, .md) and PowerPoint presentation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